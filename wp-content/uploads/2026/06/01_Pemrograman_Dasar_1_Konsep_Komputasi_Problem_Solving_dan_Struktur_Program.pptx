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PEMROGRAMAN DASAR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Konsep Komputasi, Problem Solving, dan Struktur Program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Membangun cara berpikir komputasional sebelum menulis kode.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hubungan masalah, algoritma, dan program.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Menggunakan dekomposisi, abstraksi, dan pola dalam menyelesaikan masalah.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struktur dasar program sederhana.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Computational thinking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Dekomposisi dan abstraksi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Input–process–output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Struktur program dan debugging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Berpikir Komputasional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Berpikir Komputasional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Pemrograman dimulai dari kemampuan memahami masalah, bukan langsung menulis sintaks.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Computational thinking mencakup dekomposisi masalah, pengenalan pola, abstraksi informasi penting, dan penyusunan algoritma.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Masalah yang kompleks perlu dipecah menjadi bagian kecil agar solusi lebih mudah diuji.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Program yang baik menyelesaikan masalah secara jelas, terukur, dan dapat diperbaiki.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Input–Process–Output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Input–Process–Output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Setiap program umumnya menerima input, melakukan proses, lalu menghasilkan output.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Input harus divalidasi agar program tidak menghasilkan kesalahan atau output tidak logis.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Proses berisi operasi matematis, logika, percabangan, perulangan, atau manipulasi data.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Output harus sesuai kebutuhan pengguna dan mudah dipahami.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Program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Struktur Program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Struktur program yang rapi memudahkan pembacaan, pengujian, dan perbaikan.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Komentar digunakan untuk menjelaskan bagian penting, bukan mengulang kode yang sudah jelas.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Debugging adalah proses menemukan penyebab error melalui pembacaan pesan kesalahan, uji input, dan penelusuran alur program.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Kualitas program dinilai dari kebenaran, keterbacaan, efisiensi, dan kemudahan pemeliharaan.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Mahasiswa diminta membuat kalkulator biaya parkir, tetapi langsung menulis kode tanpa menentukan aturan tarif dan kondisi khusus. Program sering salah untuk durasi tertentu.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Mengapa masalah perlu dianalisis sebelum coding?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Informasi input dan proses apa yang harus didefinisikan?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menguji program agar kasus batas terdeteksi?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Uraikan masalah biaya parkir menjadi input, proses, dan output.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Tentukan minimal 5 skenario uji termasuk kasus batas.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pseudocode singkat sebelum coding.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potensi error logika.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Jelaskan perbedaan algoritma dan program.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dekomposisi membantu penyelesaian masalah kompleks?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Buat IPO untuk program menghitung nilai akhir mahasiswa.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Apa yang dimaksud kasus batas dalam pengujian program?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Jelaskan mengapa program yang berjalan belum tentu benar.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tech_themed_background_illustration_batch_3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Pemrograman Dasar 1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analisis masalah dan rancangan IPO untuk aplikasi sederhana “penghitung nilai akhir”. Sertakan aturan nilai, pseudocode, dan minimal 6 skenario pengujian.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/mnt/data/PPT_LMS_Pink_Level_Dosen_Per_Pertemuan/01_Pemrograman_Dasar_1_Konsep_Komputasi_Problem_Solving_dan_Struktur_Program.pptx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