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pastel_pink_business_education_themed_present_batch_2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914400"/>
            <a:ext cx="7132320" cy="4754880"/>
          </a:xfrm>
          <a:prstGeom prst="roundRect">
            <a:avLst>
              <a:gd name="adj" fmla="val 3462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2A0BE">
                <a:alpha val="7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05840" y="12344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KEWIRAUSAHAAN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05840" y="1755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1367"/>
                </a:solidFill>
              </a:rPr>
              <a:t>Pertemuan 4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05840" y="2240280"/>
            <a:ext cx="630936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3172B"/>
                </a:solidFill>
              </a:rPr>
              <a:t>Model Bisnis dan Perencanaan Usaha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024128" y="3977640"/>
            <a:ext cx="60350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5465C"/>
                </a:solidFill>
              </a:rPr>
              <a:t>Menyusun usaha secara sistematis melalui model bisnis dan rencana operasional.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5840" y="4892040"/>
            <a:ext cx="6126480" cy="320040"/>
          </a:xfrm>
          <a:prstGeom prst="rect">
            <a:avLst/>
          </a:prstGeom>
          <a:solidFill>
            <a:srgbClr val="E843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Materi · Quiz HOTS · Penugasan · Presensi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pastel_pink_business_education_themed_present_batch_2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Kewirausahaan · Pertemuan 4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Capaian Pembelajaran &amp; Peta Bahasan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822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Capaian Pembelajaran &amp; Peta Bahasan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BDD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09360" y="150876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BD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1783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Capaian pembelajaran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2240280"/>
            <a:ext cx="45720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Menyusun elemen Business Model Canvas secara ringkas.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Menghitung kebutuhan modal dan struktur biaya sederhana.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Merancang rencana operasional usaha tahap awal.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629400" y="1783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Peta bahasan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29400" y="2240280"/>
            <a:ext cx="45720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Business Model Canvas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Struktur biaya dan sumber pendapatan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Operasional, sumber daya, dan mitra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Risiko dan mitigasi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pastel_pink_business_education_themed_present_batch_2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Kewirausahaan · Pertemuan 4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Model Canvas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Business Model Canvas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Business Model Canvas membantu merancang cara usaha menciptakan, menyampaikan, dan menangkap nilai.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Elemen utama meliputi customer segments, value propositions, channels, customer relationships, revenue streams, key resources, key activities, key partners, dan cost structure.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BMC membuat tim melihat keterkaitan antara pelanggan, solusi, operasional, dan keuangan secara ringkas.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BMC bukan dokumen final; isinya perlu diperbarui setelah validasi pelanggan dan uji pasar.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pastel_pink_business_education_themed_present_batch_2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Kewirausahaan · Pertemuan 4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Keuangan Dasar Usaha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Keuangan Dasar Usaha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Perencanaan usaha perlu menghitung biaya tetap, biaya variabel, harga pokok, harga jual, margin, dan titik impas sederhana.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Kesalahan umum usaha pemula adalah menetapkan harga hanya mengikuti pesaing tanpa menghitung biaya produksi, waktu kerja, kemasan, promosi, dan risiko produk tidak terjual.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Revenue stream dapat berupa penjualan langsung, langganan, paket bundling, komisi, atau layanan tambahan.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Keputusan harga harus mempertimbangkan nilai bagi pelanggan, daya beli, biaya, dan posisi produk di pasar.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pastel_pink_business_education_themed_present_batch_2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Kewirausahaan · Pertemuan 4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Operasional dan Risiko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Operasional dan Risiko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Rencana operasional mencakup alur produksi, pembelian bahan, penyimpanan, pengiriman, layanan pelanggan, dan pencatatan transaksi.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Sumber daya kunci dapat berupa kemampuan tim, peralatan, teknologi, merek, supplier, atau jaringan distribusi.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Risiko awal meliputi kekurangan modal, kualitas tidak konsisten, permintaan rendah, konflik tim, dan gangguan supplier.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Mitigasi risiko perlu dibuat konkret, misalnya produksi pre-order, standar resep, backup supplier, dan pembagian tugas tertulis.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pastel_pink_business_education_themed_present_batch_2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Kewirausahaan · Pertemuan 4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Studi Kasus &amp; Diskusi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Studi Kasus untuk Diskusi Kelas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85800" y="1417320"/>
            <a:ext cx="10972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37360"/>
            <a:ext cx="102870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Tim usaha minuman menetapkan harga Rp10.000 mengikuti pesaing. Setelah dihitung, biaya bahan, cup, es, stiker, dan ongkir membuat keuntungan sangat kecil.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Pertanyaan diskusi: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05840" y="4206240"/>
            <a:ext cx="1005840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Kesalahan perencanaan apa yang terjadi?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Bagaimana cara menentukan harga yang lebih tepat?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Elemen BMC mana yang perlu diperbaiki?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pastel_pink_business_education_themed_present_batch_2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Kewirausahaan · Pertemuan 4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Aktivitas Praktik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Aktivitas Praktik Terarah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1508760"/>
            <a:ext cx="10789920" cy="4160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1. Susun BMC awal untuk ide usaha kelompok.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2. Hitung biaya tetap dan biaya variabel per produk.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3. Simulasikan harga jual dan margin minimal 3 skenario.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4. Buat daftar risiko dan mitigasi tahap awal.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5806440"/>
            <a:ext cx="10561320" cy="0"/>
          </a:xfrm>
          <a:prstGeom prst="line">
            <a:avLst/>
          </a:prstGeom>
          <a:noFill/>
          <a:ln w="17780">
            <a:solidFill>
              <a:srgbClr val="E84393">
                <a:alpha val="7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943600"/>
            <a:ext cx="10607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1367"/>
                </a:solidFill>
              </a:rPr>
              <a:t>Output aktivitas: catatan analisis singkat / draft solusi / kode / rancangan sesuai topik.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pastel_pink_business_education_themed_present_batch_2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Kewirausahaan · Pertemuan 4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 / Latihan HOTS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Quiz / Latihan HOTS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1417320"/>
            <a:ext cx="10744200" cy="4800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1. Mengapa BMC penting sebelum membuat proposal usaha lengkap?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2. Jelaskan perbedaan biaya tetap dan biaya variabel dengan contoh.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3. Apa risiko menetapkan harga hanya berdasarkan pesaing?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4. Bagaimana channel penjualan memengaruhi biaya dan pendapatan?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5. Buat contoh revenue stream selain penjualan satuan.</a:t>
            </a:r>
            <a:endParaRPr lang="en-US" sz="1340" dirty="0"/>
          </a:p>
        </p:txBody>
      </p:sp>
      <p:sp>
        <p:nvSpPr>
          <p:cNvPr id="8" name="Text 5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pastel_pink_business_education_themed_present_batch_2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Kewirausahaan · Pertemuan 4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Penugasan &amp; Presensi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Penugasan Terstruktur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40080" y="1371600"/>
            <a:ext cx="65379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691640"/>
            <a:ext cx="594360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172B"/>
                </a:solidFill>
              </a:rPr>
              <a:t>Buat Business Model Canvas satu halaman dan rencana keuangan sederhana. Sertakan estimasi modal awal, biaya per unit, harga jual, margin, target penjualan, dan risiko utama.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7452360" y="1371600"/>
            <a:ext cx="4069080" cy="4343400"/>
          </a:xfrm>
          <a:prstGeom prst="roundRect">
            <a:avLst/>
          </a:prstGeom>
          <a:solidFill>
            <a:srgbClr val="FFF8FB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Rubrik ringkas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0" y="2148840"/>
            <a:ext cx="347472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Ketepatan konsep: 30%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Kedalaman analisis: 30%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Orisinalitas solusi: 20%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Kerapian format: 10%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Ketepatan waktu: 10%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772400" y="4069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4393"/>
                </a:solidFill>
              </a:rPr>
              <a:t>Presensi LMS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772400" y="4480560"/>
            <a:ext cx="34747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465C"/>
                </a:solidFill>
              </a:rPr>
              <a:t>Isi nama, NIM, kelas, mata kuliah, pertemuan, dan centang pernyataan: “Saya telah mempelajari materi serta mengerjakan latihan.”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Pendidikan Komputer FKIP ULM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/mnt/data/PPT_LMS_Pink_Level_Dosen_Per_Pertemuan/04_Kewirausahaan_Model_Bisnis_dan_Perencanaan_Usaha.pptx</dc:title>
  <dc:subject>Materi LMS Level Mahasiswa</dc:subject>
  <dc:creator>LMS WordPress Project</dc:creator>
  <cp:lastModifiedBy>LMS WordPress Project</cp:lastModifiedBy>
  <cp:revision>1</cp:revision>
  <dcterms:created xsi:type="dcterms:W3CDTF">2026-06-15T16:45:27Z</dcterms:created>
  <dcterms:modified xsi:type="dcterms:W3CDTF">2026-06-15T16:45:27Z</dcterms:modified>
</cp:coreProperties>
</file>