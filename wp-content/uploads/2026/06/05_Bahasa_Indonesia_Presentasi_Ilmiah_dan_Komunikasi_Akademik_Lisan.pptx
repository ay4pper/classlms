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presentation_background_scene_a_wi_batch_5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914400"/>
            <a:ext cx="7132320" cy="4754880"/>
          </a:xfrm>
          <a:prstGeom prst="roundRect">
            <a:avLst>
              <a:gd name="adj" fmla="val 3462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F2A0BE">
                <a:alpha val="7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05840" y="12344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BAHASA INDONESIA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005840" y="1755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1367"/>
                </a:solidFill>
              </a:rPr>
              <a:t>Pertemuan 5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05840" y="2240280"/>
            <a:ext cx="630936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3172B"/>
                </a:solidFill>
              </a:rPr>
              <a:t>Presentasi Ilmiah dan Komunikasi Akademik Lisan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024128" y="3977640"/>
            <a:ext cx="60350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5465C"/>
                </a:solidFill>
              </a:rPr>
              <a:t>Menyampaikan gagasan akademik secara runtut, meyakinkan, dan berbasis bukti.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5840" y="4892040"/>
            <a:ext cx="6126480" cy="320040"/>
          </a:xfrm>
          <a:prstGeom prst="rect">
            <a:avLst/>
          </a:prstGeom>
          <a:solidFill>
            <a:srgbClr val="E843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Materi · Quiz HOTS · Penugasan · Presensi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presentation_background_scene_a_wi_batch_5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Bahasa Indonesia · Pertemuan 5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Capaian Pembelajaran &amp; Peta Bahasan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822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Capaian Pembelajaran &amp; Peta Bahasan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BDD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309360" y="150876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BD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1783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Capaian pembelajaran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2240280"/>
            <a:ext cx="457200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Menjelaskan struktur presentasi ilmiah.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Mendesain slide yang mendukung komunikasi akademik.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Menjawab pertanyaan audiens dengan argumentatif dan sopan.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629400" y="1783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Peta bahasan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29400" y="2240280"/>
            <a:ext cx="457200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Struktur presentasi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Desain slide akademik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Teknik penyampaian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Tanya jawab dan argumentasi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presentation_background_scene_a_wi_batch_5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Bahasa Indonesia · Pertemuan 5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Struktur Presentasi Ilmiah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Struktur Presentasi Ilmiah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Presentasi ilmiah bertujuan menyampaikan gagasan, proses, dan hasil secara ringkas kepada audiens.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Struktur umum meliputi pembuka, latar belakang, tujuan, metode, hasil, pembahasan, kesimpulan, dan saran.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Presenter harus menyeleksi informasi penting karena waktu presentasi terbatas.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Alur yang runtut membantu audiens memahami hubungan antara masalah, solusi, dan hasil.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presentation_background_scene_a_wi_batch_5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Bahasa Indonesia · Pertemuan 5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Desain Slide Akademik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Desain Slide Akademik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Slide bukan naskah penuh, melainkan alat bantu visual untuk menekankan poin penting.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Slide yang baik memiliki judul jelas, teks ringkas, visual relevan, kontras baik, dan konsistensi desain.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Data atau screenshot perlu diberi penjelasan agar audiens memahami maknanya.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Untuk demo project, slide sebaiknya menunjukkan alur penggunaan, fitur utama, dan bukti implementasi.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presentation_background_scene_a_wi_batch_5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Bahasa Indonesia · Pertemuan 5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Komunikasi Lisan dan Tanya Jawab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Komunikasi Lisan dan Tanya Jawab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Penyampaian presentasi perlu memperhatikan volume suara, kecepatan bicara, kontak mata, dan penguasaan materi.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Saat menjawab pertanyaan, presenter perlu mendengarkan utuh, menjawab langsung, memberi alasan, dan mengakui jika ada keterbatasan.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Jawaban yang baik tidak defensif, tetapi menunjukkan pemahaman dan kesiapan memperbaiki.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Presentasi project harus mampu menjelaskan keputusan teknis, isi LMS, dan pembagian kerja tim.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presentation_background_scene_a_wi_batch_5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Bahasa Indonesia · Pertemuan 5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Studi Kasus &amp; Diskusi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Studi Kasus untuk Diskusi Kelas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85800" y="1417320"/>
            <a:ext cx="109728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37360"/>
            <a:ext cx="1028700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Kelompok presentasi LMS hanya membaca slide dan tidak bisa menjelaskan alasan memilih WordPress, plugin, serta struktur 5 mata kuliah.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Pertanyaan diskusi: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05840" y="4206240"/>
            <a:ext cx="1005840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Apa kelemahan komunikasi akademik kelompok tersebut?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Bagaimana cara menyiapkan jawaban untuk pertanyaan dosen?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Slide apa yang perlu ditambahkan agar demo lebih meyakinkan?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presentation_background_scene_a_wi_batch_5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Bahasa Indonesia · Pertemuan 5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Aktivitas Praktik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Aktivitas Praktik Terarah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22960" y="1508760"/>
            <a:ext cx="10789920" cy="4160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1. Buat outline presentasi project LMS selama 7 menit.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2. Tentukan 5 screenshot yang wajib ditampilkan.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3. Latih jawaban untuk 5 pertanyaan kritis dari dosen.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4. Lakukan simulasi presentasi dan minta umpan balik teman.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5806440"/>
            <a:ext cx="10561320" cy="0"/>
          </a:xfrm>
          <a:prstGeom prst="line">
            <a:avLst/>
          </a:prstGeom>
          <a:noFill/>
          <a:ln w="17780">
            <a:solidFill>
              <a:srgbClr val="E84393">
                <a:alpha val="7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943600"/>
            <a:ext cx="10607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1367"/>
                </a:solidFill>
              </a:rPr>
              <a:t>Output aktivitas: catatan analisis singkat / draft solusi / kode / rancangan sesuai topik.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presentation_background_scene_a_wi_batch_5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Bahasa Indonesia · Pertemuan 5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 / Latihan HOTS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Quiz / Latihan HOTS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22960" y="1417320"/>
            <a:ext cx="10744200" cy="4800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1. Mengapa slide tidak boleh hanya berisi paragraf panjang?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2. Apa perbedaan menjelaskan hasil dan hanya menunjukkan screenshot?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3. Bagaimana cara menjawab pertanyaan yang belum diketahui jawabannya?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4. Buat contoh kalimat pembuka presentasi project LMS.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5. Apa indikator presentasi akademik yang efektif?</a:t>
            </a:r>
            <a:endParaRPr lang="en-US" sz="1340" dirty="0"/>
          </a:p>
        </p:txBody>
      </p:sp>
      <p:sp>
        <p:nvSpPr>
          <p:cNvPr id="8" name="Text 5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presentation_background_scene_a_wi_batch_5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Bahasa Indonesia · Pertemuan 5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Penugasan &amp; Presensi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Penugasan Terstruktur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40080" y="1371600"/>
            <a:ext cx="65379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1691640"/>
            <a:ext cx="5943600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172B"/>
                </a:solidFill>
              </a:rPr>
              <a:t>Buat deck presentasi demo project LMS 8–10 slide. Wajib memuat masalah, tujuan, teknologi, struktur mata kuliah, fitur utama, screenshot, GitHub, kesimpulan, dan pembagian tugas.</a:t>
            </a:r>
            <a:endParaRPr lang="en-US" sz="1320" dirty="0"/>
          </a:p>
        </p:txBody>
      </p:sp>
      <p:sp>
        <p:nvSpPr>
          <p:cNvPr id="9" name="Shape 6"/>
          <p:cNvSpPr/>
          <p:nvPr/>
        </p:nvSpPr>
        <p:spPr>
          <a:xfrm>
            <a:off x="7452360" y="1371600"/>
            <a:ext cx="4069080" cy="4343400"/>
          </a:xfrm>
          <a:prstGeom prst="roundRect">
            <a:avLst/>
          </a:prstGeom>
          <a:solidFill>
            <a:srgbClr val="FFF8FB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Rubrik ringkas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0" y="2148840"/>
            <a:ext cx="347472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Ketepatan konsep: 30%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Kedalaman analisis: 30%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Orisinalitas solusi: 20%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Kerapian format: 10%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Ketepatan waktu: 10%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772400" y="40690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4393"/>
                </a:solidFill>
              </a:rPr>
              <a:t>Presensi LMS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772400" y="4480560"/>
            <a:ext cx="34747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465C"/>
                </a:solidFill>
              </a:rPr>
              <a:t>Isi nama, NIM, kelas, mata kuliah, pertemuan, dan centang pernyataan: “Saya telah mempelajari materi serta mengerjakan latihan.”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Pendidikan Komputer FKIP ULM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/mnt/data/PPT_LMS_Pink_Level_Dosen_Per_Pertemuan/05_Bahasa_Indonesia_Presentasi_Ilmiah_dan_Komunikasi_Akademik_Lisan.pptx</dc:title>
  <dc:subject>Materi LMS Level Mahasiswa</dc:subject>
  <dc:creator>LMS WordPress Project</dc:creator>
  <cp:lastModifiedBy>LMS WordPress Project</cp:lastModifiedBy>
  <cp:revision>1</cp:revision>
  <dcterms:created xsi:type="dcterms:W3CDTF">2026-06-15T16:45:28Z</dcterms:created>
  <dcterms:modified xsi:type="dcterms:W3CDTF">2026-06-15T16:45:28Z</dcterms:modified>
</cp:coreProperties>
</file>