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PEMROGRAMAN DASAR 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Percabangan Kompleks dan Pengambilan Keputusan Program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Membuat program yang mampu mengambil keputusan berdasarkan banyak kondisi.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Menerapkan if, else if, else dalam kasus multi-kondisi.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urutan kondisi agar tidak terjadi kesalahan logika.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Merancang keputusan program berbasis aturan yang jelas.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Percabangan tunggal dan majemuk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Nested decision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Prioritas kondisi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Decision table dan pengujian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Logika Percabangan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Logika Percabangan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Percabangan memungkinkan program menjalankan aksi berbeda berdasarkan kondisi.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Kondisi harus menghasilkan nilai benar atau salah.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Pada multi-kondisi, urutan pengecekan sangat penting karena program akan menjalankan cabang pertama yang memenuhi syarat.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Kesalahan urutan kondisi dapat membuat cabang tertentu tidak pernah dijalankan.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Decision dan Decision Table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Nested Decision dan Decision Table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Nested decision digunakan ketika keputusan kedua bergantung pada keputusan pertama.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Terlalu banyak nested dapat membuat program sulit dibaca, sehingga perlu disederhanakan dengan decision table atau fungsi terpisah.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Decision table membantu memetakan kombinasi kondisi dan output sebelum membuat kode.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Tabel keputusan memudahkan pengujian karena setiap kombinasi kondisi dapat diuji secara sistematis.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Pengujian Percabangan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Pengujian Percabangan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Setiap cabang dalam percabangan harus diuji minimal satu kali.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Pengujian perlu mencakup nilai batas, misalnya nilai 59, 60, 79, 80 pada sistem grade.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Pesan output harus jelas agar pengguna memahami keputusan program.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Dalam program nyata, aturan keputusan harus terdokumentasi agar mudah diperbaiki ketika kebijakan berubah.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Program penentuan grade nilai salah mengelompokkan nilai 80 karena kondisi A ditulis setelah kondisi B yang terlalu luas.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urutan kondisi memengaruhi hasil?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decision table membantu mencegah kesalahan tersebut?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Data uji apa saja yang harus digunakan?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Buat decision table untuk penentuan grade A–E.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Tentukan nilai batas setiap kategori.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Susun pseudocode dengan urutan kondisi benar.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Uji dengan minimal 8 nilai termasuk batas kategori.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Mengapa cabang else tetap penting dalam percabangan?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Buat contoh kondisi yang tidak pernah dijalankan karena urutan salah.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Apa kelebihan decision table dalam kasus banyak kondisi?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Jelaskan perbedaan kondisi tunggal dan kondisi majemuk.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Rancang syarat diskon belanja dengan minimal 3 kondisi.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rancangan program penentuan status kelulusan lengkap dengan grade, remedial, dan predikat. Sertakan decision table, pseudocode, dan data uji.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/mnt/data/PPT_LMS_Pink_Level_Dosen_Per_Pertemuan/04_Pemrograman_Dasar_1_Percabangan_Kompleks_dan_Pengambilan_Keputusan_Program.pptx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