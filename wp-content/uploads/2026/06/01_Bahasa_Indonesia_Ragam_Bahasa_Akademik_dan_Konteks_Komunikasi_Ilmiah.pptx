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BAHASA INDONESIA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Ragam Bahasa Akademik dan Konteks Komunikasi Ilmiah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Menggunakan bahasa sesuai konteks akademik dan tujuan komunikasi.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Membedakan ragam bahasa formal, ilmiah, dan populer.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Menganalisis ketepatan bahasa dalam konteks akademik.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Merevisi kalimat agar sesuai kaidah komunikasi ilmiah.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Ragam bahasa Indonesia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Bahasa akademik dan objektivitas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Diksi, istilah, dan konteks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Kesalahan umum dalam tulisan mahasiswa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Ragam Bahasa Akademik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Ragam Bahasa Akademik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Ragam bahasa akademik digunakan dalam laporan, makalah, artikel ilmiah, proposal, dan presentasi akademik.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Ciri utamanya adalah formal, objektif, logis, hemat kata, tepat istilah, dan menghindari bahasa percakapan.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Ragam akademik tidak harus rumit; tulisan yang baik justru jelas, terstruktur, dan mudah dipahami.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Pemilihan ragam bahasa menunjukkan kemampuan penulis menyesuaikan komunikasi dengan pembaca dan tujuan.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Diksi dan Istilah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Diksi dan Istilah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Diksi dalam tulisan ilmiah harus tepat, tidak ambigu, dan sesuai bidang kajian.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Istilah teknis boleh digunakan jika relevan, tetapi perlu dijelaskan ketika berpotensi tidak dipahami pembaca.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Bahasa subjektif seperti “sangat bagus sekali” perlu diganti dengan pernyataan berbasis data atau indikator.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Konsistensi istilah penting agar pembaca tidak bingung, misalnya tidak berganti-ganti antara LMS, sistem pembelajaran, dan platform tanpa penjelasan.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Kesalahan Umum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Kesalahan Umum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Kesalahan umum tulisan mahasiswa meliputi kalimat terlalu panjang, penggunaan kata tidak baku, campuran bahasa percakapan, dan paragraf tanpa fokus.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Kalimat akademik perlu memiliki subjek dan predikat yang jelas.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Penggunaan kata ganti pribadi sebaiknya dibatasi sesuai jenis tulisan.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Revisi bahasa dilakukan dengan mengecek kejelasan ide, struktur kalimat, pilihan kata, dan hubungan antarparagraf.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Sebuah laporan project menulis: “Website ini bagus banget dan gampang dipakai, pokoknya cocok buat mahasiswa.” Kalimat tersebut kurang sesuai untuk laporan akademik.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Apa masalah ragam bahasa dalam kalimat tersebut?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mengubahnya menjadi kalimat akademik berbasis indikator?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Data apa yang dapat mendukung klaim kemudahan penggunaan?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Ambil 5 kalimat nonformal dan ubah menjadi ragam akademik.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Identifikasi kata subjektif dan ganti dengan indikator terukur.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Susun paragraf pendek tentang LMS dengan bahasa formal.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Lakukan peer review terhadap pilihan diksi.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Apa perbedaan bahasa akademik dan bahasa populer?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Mengapa tulisan ilmiah perlu menghindari klaim tanpa data?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Perbaiki kalimat: “Aplikasi ini sangat keren dan nyaman banget.”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Berikan contoh istilah teknis yang perlu dijelaskan dalam laporan LMS.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Mengapa konsistensi istilah penting dalam penulisan ilmiah?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Revisi satu halaman laporan project agar menggunakan ragam bahasa akademik. Tandai minimal 10 perubahan dan jelaskan alasan revisinya.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/mnt/data/PPT_LMS_Pink_Level_Dosen_Per_Pertemuan/01_Bahasa_Indonesia_Ragam_Bahasa_Akademik_dan_Konteks_Komunikasi_Ilmiah.pptx</dc:title>
  <dc:subject>Materi LMS Level Mahasiswa</dc:subject>
  <dc:creator>LMS WordPress Project</dc:creator>
  <cp:lastModifiedBy>LMS WordPress Project</cp:lastModifiedBy>
  <cp:revision>1</cp:revision>
  <dcterms:created xsi:type="dcterms:W3CDTF">2026-06-15T16:45:28Z</dcterms:created>
  <dcterms:modified xsi:type="dcterms:W3CDTF">2026-06-15T16:45:28Z</dcterms:modified>
</cp:coreProperties>
</file>