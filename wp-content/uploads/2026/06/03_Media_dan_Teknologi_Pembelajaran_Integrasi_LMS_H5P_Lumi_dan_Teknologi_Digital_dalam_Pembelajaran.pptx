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MEDIA DAN TEKNOLOGI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Integrasi LMS, H5P/Lumi, dan Teknologi Digital dalam Pembelajaran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Mendesain pembelajaran digital yang interaktif, bukan sekadar menyimpan materi.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fungsi LMS sebagai sistem pengelolaan pembelajaran.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aktivitas interaktif menggunakan H5P/Lumi.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kelebihan dan keterbatasan teknologi digital dalam pembelajaran.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Konsep LMS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H5P/Lumi dan interaktivitas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Aktivitas digital: forum, kuis, tugas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Analitik pembelajaran sederhana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LMS sebagai Sistem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LMS sebagai Sistem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LMS mengelola materi, aktivitas, tugas, presensi, kuis, pengguna, dan progres belajar dalam satu lingkungan digital.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LMS yang baik tidak hanya berisi file, tetapi memandu alur belajar: mulai dari tujuan, materi, aktivitas, latihan, feedback, hingga refleksi.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WordPress dapat dikembangkan menjadi LMS dengan tema dan plugin yang mendukung kursus, lesson, quiz, dan user management.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Struktur LMS perlu jelas agar mahasiswa tidak bingung mencari materi dan tugas.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H5P/Lumi untuk Interaktivitas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H5P/Lumi untuk Interaktivitas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H5P/Lumi memungkinkan pembuatan konten interaktif seperti drag and drop, interactive video, course presentation, quiz, dan branching scenario.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Interaktivitas membantu mahasiswa aktif memproses informasi, bukan hanya membaca atau menonton.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Aktivitas H5P harus selaras dengan tujuan pembelajaran dan tidak hanya dibuat sebagai variasi tampilan.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Umpan balik langsung pada kuis interaktif membantu mahasiswa mengetahui kesalahan dan memperbaiki pemahaman.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Aktivitas Digital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Desain Aktivitas Digital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Aktivitas digital dapat berupa forum diskusi, refleksi, kuis formatif, tugas proyek, peer review, dan presensi berbasis form.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Setiap aktivitas harus memiliki instruksi, durasi, kriteria penilaian, dan bentuk output yang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Analitik sederhana seperti jumlah akses, pengumpulan tugas, dan hasil kuis dapat digunakan untuk memantau keterlibatan.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Teknologi digital efektif jika mempermudah belajar, memberi umpan balik, dan mendukung interaksi bermakna.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LMS sebuah mata kuliah memiliki banyak file PDF, tetapi mahasiswa jarang membuka materi dan baru aktif saat tugas akhir. Tidak ada kuis formatif atau forum diskusi.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Mengapa LMS tersebut belum berfungsi sebagai lingkungan belajar aktif?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Aktivitas H5P/Lumi apa yang dapat ditambahkan?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Data apa yang dapat digunakan dosen untuk memantau keterlibatan?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Rancang alur satu pertemuan LMS: tujuan, materi, aktivitas, kuis, tugas, presensi.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Pilih satu jenis H5P/Lumi dan tentukan tujuannya.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Buat instruksi aktivitas interaktif yang jelas.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Tentukan indikator keterlibatan mahasiswa.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perbedaan LMS sebagai repositori file dan LMS sebagai ruang belajar?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kuis formatif penting dalam pembelajaran digital?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penggunaan H5P untuk materi prosedural.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forum diskusi dapat dibuat bermakna?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Apa risiko jika LMS terlalu banyak menu tetapi instruksinya tidak jelas?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pastel_pink_educational_tech_them_batch_4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dan Teknologi Pembelajaran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rancangan satu lesson LMS lengkap dengan aktivitas interaktif H5P/Lumi. Sertakan tujuan, materi, jenis H5P, instruksi, umpan balik, tugas, dan presensi.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/mnt/data/PPT_LMS_Pink_Level_Dosen_Per_Pertemuan/03_Media_dan_Teknologi_Pembelajaran_Integrasi_LMS_H5P_Lumi_dan_Teknologi_Digital_dalam_Pembelajaran.pptx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