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PEMROGRAMAN DASAR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Perulangan, Pola Iterasi, dan Optimasi Sederhana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Menggunakan repetisi untuk menyelesaikan masalah secara efisien.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Membedakan for, while, dan do-while berdasarkan kebutuhan.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pola iterasi, akumulator, dan counter.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Menghindari infinite loop dan kesalahan batas perulangan.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Konsep iterasi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Counter, akumulator, flag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For vs while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Debugging dan optimasi sederhana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Perulangan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Konsep Perulangan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Perulangan digunakan untuk menjalankan instruksi berulang selama kondisi tertentu terpenuhi.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For cocok ketika jumlah iterasi sudah diketahui, sedangkan while cocok ketika jumlah iterasi bergantung pada kondisi.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Perulangan mengurangi duplikasi kode dan membuat program lebih mudah dipelihara.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Setiap perulangan harus memiliki kondisi berhenti yang jelas.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Counter, Akumulator, dan Flag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Counter, Akumulator, dan Flag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Counter digunakan menghitung jumlah iterasi atau jumlah data tertentu.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Akumulator digunakan menjumlahkan nilai secara bertahap, misalnya total belanja atau total nilai.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Flag adalah variabel penanda kondisi, misalnya ditemukan atau belum ditemukan.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Pemahaman pola ini penting untuk mengolah data berulang dalam program kasir, nilai, absensi, atau pencarian.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 Perulangan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Debugging Perulangan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Kesalahan umum perulangan adalah infinite loop, off-by-one error, dan perubahan variabel kontrol yang salah.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Off-by-one terjadi ketika perulangan berjalan satu kali terlalu banyak atau terlalu sedikit.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Debugging dapat dilakukan dengan menampilkan nilai variabel pada setiap iterasi.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Optimasi sederhana dilakukan dengan menghindari proses yang tidak perlu dan menghentikan perulangan ketika hasil sudah ditemukan.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Program menghitung rata-rata nilai mahasiswa, tetapi hasil salah karena total tidak diinisialisasi dengan benar dan jumlah data tidak sesuai.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peran akumulator dalam kasus tersebut?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memastikan jumlah iterasi sesuai jumlah data?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data uji yang diperlukan untuk memeriksa hasil rata-rata?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Buat pseudocode menghitung rata-rata dari n nilai.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Tambahkan validasi agar nilai berada pada rentang 0–100.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Uji dengan 5 data nilai dan hitung manual sebagai pembanding.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Identifikasi potensi infinite loop.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Kapan lebih tepat menggunakan while dibanding for?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Jelaskan fungsi counter dan akumulator dengan contoh.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Apa itu off-by-one error? Berikan contoh.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Bagaimana cara menghentikan perulangan pencarian saat data ditemukan?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Rancang algoritma mencari nilai tertinggi dari daftar nilai.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rancangan program pengolahan nilai kelas: input n nilai, validasi, hitung rata-rata, nilai tertinggi, nilai terendah, dan jumlah mahasiswa lulus. Sertakan pseudocode dan data uji.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/mnt/data/PPT_LMS_Pink_Level_Dosen_Per_Pertemuan/05_Pemrograman_Dasar_1_Perulangan_Pola_Iterasi_dan_Optimasi_Sederhana.pptx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