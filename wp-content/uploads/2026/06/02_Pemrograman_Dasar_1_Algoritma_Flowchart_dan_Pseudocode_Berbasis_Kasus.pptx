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PEMROGRAMAN DASAR 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Algoritma, Flowchart, dan Pseudocode Berbasis Kasus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Merancang solusi sebelum implementasi program.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Menyusun algoritma berbasis langkah logis.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Mengubah algoritma menjadi flowchart dan pseudocode.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Mengevaluasi ketepatan alur keputusan dalam solusi.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Karakteristik algoritma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Flowchart dan simbol keputusan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Pseudocode yang mudah dibaca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Analisis alur dan edge case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Karakteristik Algoritma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Karakteristik Algoritma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Algoritma harus memiliki input, output, langkah jelas, berhingga, dan efektif dijalankan.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Algoritma yang ambigu akan menghasilkan interpretasi berbeda ketika diubah menjadi kode.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Urutan langkah menentukan hasil; kesalahan urutan dapat menyebabkan output salah meskipun tiap langkah tampak benar.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Algoritma perlu mempertimbangkan kondisi normal, kondisi khusus, dan kesalahan input.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Flowchart dan Pseudocode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Flowchart dan Pseudocode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Flowchart membantu memvisualisasikan alur proses dan percabangan sehingga kesalahan logika lebih mudah ditemukan.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Pseudocode menjembatani bahasa manusia dan kode program dengan format yang ringkas dan tidak bergantung bahasa pemrograman tertentu.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Decision pada flowchart harus memiliki kondisi yang jelas dan cabang yang lengkap.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Pseudocode yang baik menggunakan indentasi, nama variabel bermakna, dan struktur kontrol yang konsisten.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Kasus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Analisis Kasus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Dalam kasus nyata, algoritma perlu memperhatikan validasi input, aturan perhitungan, prioritas kondisi, dan pesan output.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Edge case adalah kondisi batas yang sering menyebabkan program salah, misalnya nilai 0, nilai maksimum, input kosong, atau angka negatif.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Review algoritma dilakukan dengan menelusuri beberapa data contoh dari awal sampai akhir.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Algoritma sebaiknya diuji sebelum diimplementasikan agar coding lebih terarah.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Sistem beasiswa menentukan kelayakan berdasarkan IPK, penghasilan orang tua, dan status aktif organisasi. Banyak mahasiswa berada di nilai ambang batas.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menyusun aturan prioritas kelayakan?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saja edge case yang harus diuji?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Mengapa flowchart membantu memvalidasi keputusan?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Buat algoritma kelayakan beasiswa berdasarkan 3 kriteria.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Gambarkan flowchart dengan cabang keputusan lengkap.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Tulis pseudocode dari flowchart tersebut.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Uji dengan 5 data mahasiswa yang berbeda.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Apa akibat kondisi decision yang tidak lengkap pada flowchart?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Buat contoh edge case untuk sistem diskon belanja.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Jelaskan kelebihan pseudocode sebelum menulis kode.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Analisis mengapa algoritma harus berhingga.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Susun langkah validasi input untuk program pembagian dua angka.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flowchart dan pseudocode untuk sistem kelayakan beasiswa. Sertakan aturan jelas, validasi input, minimal 5 data uji, dan analisis hasil tiap data.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/mnt/data/PPT_LMS_Pink_Level_Dosen_Per_Pertemuan/02_Pemrograman_Dasar_1_Algoritma_Flowchart_dan_Pseudocode_Berbasis_Kasus.pptx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