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KEWIRAUSAHAAN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1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Kewirausahaan, Inovasi, dan Penciptaan Nilai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Memahami kewirausahaan sebagai proses menciptakan solusi yang bernilai.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Membedakan bisnis, kewirausahaan, dan inovasi.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hubungan masalah pelanggan, solusi, dan nilai.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peran kewirausahaan dalam ekonomi dan masyarakat.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Konsep kewirausahaan modern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Value creation dan problem-solution fit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Inovasi produk, proses, dan model bisnis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Dampak sosial dan ekonomi usaha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Modern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Kewirausahaan Modern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Kewirausahaan bukan hanya membuka usaha, tetapi proses mengidentifikasi masalah, menciptakan solusi, mengelola risiko, dan menghasilkan nilai bagi pelanggan.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Seorang wirausaha tidak hanya mengejar keuntungan, tetapi juga memahami kebutuhan pasar, keberlanjutan, serta dampak sosial dari produk atau jasa.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Inovasi dapat berbentuk produk baru, peningkatan layanan, proses yang lebih efisien, atau model bisnis yang lebih sesuai dengan perilaku konsumen.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Dalam konteks mahasiswa, kewirausahaan melatih kemandirian, kreativitas, pemecahan masalah, komunikasi, dan keberanian mengambil keputusan berbasis data.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Penciptaan Nilai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Penciptaan Nilai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Nilai tercipta ketika solusi yang ditawarkan benar-benar membantu pelanggan mengurangi masalah, menghemat waktu, menurunkan biaya, meningkatkan kenyamanan, atau memberi pengalaman lebih baik.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Produk yang bagus menurut pembuat belum tentu bernilai bagi pasar; nilai harus divalidasi melalui respon pengguna, transaksi, atau bukti minat.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Problem-solution fit terjadi ketika masalah yang penting bagi pelanggan bertemu dengan solusi yang relevan dan layak digunakan.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Wirausaha perlu menjawab tiga pertanyaan: masalah siapa yang diselesaikan, mengapa masalah itu penting, dan mengapa solusi kita lebih baik atau berbeda.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Inovasi dan Dampak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Inovasi dan Dampak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Inovasi dapat bersifat incremental seperti memperbaiki proses pemesanan, atau disruptive seperti mengubah cara konsumen mengakses layanan.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Usaha yang berkelanjutan harus mempertimbangkan biaya, pendapatan, kualitas layanan, kepuasan pelanggan, dan kemampuan operasional.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Dampak sosial dapat muncul ketika usaha membuka peluang kerja, mempermudah akses layanan, atau menyelesaikan masalah komunitas.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Kewirausahaan berbasis nilai menghindari sekadar meniru tren tanpa memahami kebutuhan pasar.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Sekelompok mahasiswa ingin membuka usaha makanan, tetapi ide mereka sama dengan banyak pesaing. Mereka memiliki modal terbatas dan belum tahu masalah spesifik pelanggan yang ingin diselesaikan.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yang perlu divalidasi sebelum mereka mulai produksi?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membedakan nilai usaha mereka dari pesaing?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risiko jika hanya mengikuti tren tanpa riset pelanggan?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Identifikasi satu masalah nyata di kampus yang bisa diselesaikan melalui usaha.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Tuliskan segmen pelanggan, masalah utama, dan alternatif solusi yang sudah ada.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Rumuskan value proposition dalam satu kalimat jelas.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Diskusikan bagaimana solusi tersebut menciptakan nilai.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Jelaskan perbedaan kewirausahaan dan berdagang biasa berdasarkan konsep penciptaan nilai.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validasi masalah lebih penting daripada langsung membuat produk?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inovasi proses dalam usaha kecil.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Analisis satu usaha populer: nilai apa yang sebenarnya dibeli oleh pelanggan?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Apa indikator awal bahwa sebuah ide memiliki peluang pasar?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wide_pastel_pink_business_education_themed_present_batch_2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Kewirausahaan · Pertemuan 1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analisis peluang usaha berbasis masalah kampus. Minimal memuat segmen pelanggan, masalah, solusi, value proposition, pesaing, keunggulan, dan risiko awal.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/mnt/data/PPT_LMS_Pink_Level_Dosen_Per_Pertemuan/01_Kewirausahaan_Kewirausahaan_Inovasi_dan_Penciptaan_Nilai.pptx</dc:title>
  <dc:subject>Materi LMS Level Mahasiswa</dc:subject>
  <dc:creator>LMS WordPress Project</dc:creator>
  <cp:lastModifiedBy>LMS WordPress Project</cp:lastModifiedBy>
  <cp:revision>1</cp:revision>
  <dcterms:created xsi:type="dcterms:W3CDTF">2026-06-15T16:45:27Z</dcterms:created>
  <dcterms:modified xsi:type="dcterms:W3CDTF">2026-06-15T16:45:27Z</dcterms:modified>
</cp:coreProperties>
</file>