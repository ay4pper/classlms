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PROFESI KEPENDIDIKAN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Etika Profesi Guru dan Dilema Pendidikan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Menilai keputusan guru berdasarkan nilai, aturan, dan dampak bagi peserta didik.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prinsip etika profesi guru.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dilema etis dalam situasi pendidikan.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Merumuskan keputusan etis yang mempertimbangkan hak siswa, aturan, dan nilai pedagogis.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Kode etik dan tanggung jawab moral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Dilema: keadilan, privasi, otoritas, dan konflik kepentingan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Etika digital dalam pembelajaran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Pengambilan keputusan etis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Etika Profesi Guru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Etika Profesi Guru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Etika profesi adalah pedoman moral yang mengatur perilaku profesional agar tetap bertanggung jawab, adil, dan menghormati martabat peserta didik.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Guru memiliki relasi kuasa dengan peserta didik, sehingga setiap tindakan harus mempertimbangkan dampak psikologis, sosial, dan akademik.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Etika profesi menuntut guru tidak diskriminatif, tidak mempermalukan siswa, tidak menyalahgunakan data pribadi, dan menjaga objektivitas penilaian.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Pelanggaran etika tidak selalu berupa tindakan besar; komentar yang merendahkan atau penilaian tanpa dasar juga dapat merusak kepercayaan siswa.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Dilema Etis di Sekolah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Dilema Etis di Sekolah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Dilema etis terjadi ketika guru harus memilih antara dua nilai yang sama-sama penting, misalnya keadilan aturan dan empati terhadap kondisi siswa.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Contoh dilema: siswa terlambat mengumpulkan tugas karena masalah keluarga; apakah guru memberi toleransi atau tetap mengikuti aturan?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Keputusan etis perlu mempertimbangkan aturan sekolah, bukti situasi, dampak keputusan, konsistensi, serta kepentingan terbaik peserta didik.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Guru sebaiknya tidak mengambil keputusan berdasarkan emosi sesaat, melainkan melalui analisis, konsultasi, dan dokumentasi.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Etika Digital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Etika Digital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Pembelajaran digital menambah isu etis seperti privasi data, penggunaan foto siswa, rekaman kelas, plagiarisme, dan pemanfaatan AI.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Guru perlu memastikan penggunaan aplikasi tidak membahayakan data pribadi dan tidak menimbulkan beban akses yang tidak merata.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Dalam penggunaan AI, guru perlu menekankan transparansi, orisinalitas, dan proses berpikir, bukan sekadar produk akhir.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Etika digital menuntut literasi: memahami hak cipta, sitasi, keamanan akun, dan dampak jejak digital.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Seorang guru mengunggah foto siswa yang mendapat nilai rendah ke grup kelas sebagai “motivasi”. Sebagian siswa merasa malu dan orang tua memprotes tindakan tersebut.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Nilai etis apa yang dilanggar dalam kasus tersebut?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cara guru memberi umpan balik tanpa mempermalukan siswa?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kebijakan kelas digital yang perlu dibuat?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Analisis kasus menggunakan tiga sudut pandang: siswa, guru, dan orang tua.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Buat daftar prinsip etika digital untuk kelas LMS.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Rancang format umpan balik tugas yang kritis tetapi tetap menghargai siswa.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Diskusikan batasan publikasi dokumentasi kelas.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Jelaskan perbedaan pelanggaran aturan dan pelanggaran etika profesi.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privasi siswa menjadi isu penting dalam pembelajaran digital?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 contoh keputusan guru yang adil tetapi tetap empatik.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Bagaimana guru mengatasi plagiarisme tanpa langsung memberi label buruk kepada siswa?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Susun langkah pengambilan keputusan etis untuk satu dilema pembelajaran.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soft_pastel_educational_themed_background_batch_1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Profesi Kependidikan · Pertemuan 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Pilih satu dilema etis pendidikan. Tulis analisis 800 kata berisi kronologi, pihak terdampak, nilai yang bertentangan, alternatif keputusan, keputusan terbaik, dan alasan etisnya.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/mnt/data/PPT_LMS_Pink_Level_Dosen_Per_Pertemuan/03_Profesi_Kependidikan_Etika_Profesi_Guru_dan_Dilema_Pendidikan.pptx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