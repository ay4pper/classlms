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BAHASA INDONESIA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Paragraf Akademik, Koherensi, dan Argumentasi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Membangun paragraf yang memiliki fokus, alur, dan dasar argumen.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unsur paragraf akademik.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koherensi dan kohesi dalam tulisan.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Menyusun paragraf argumentatif berbasis data atau alasan.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Ide pokok dan kalimat topik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Kalimat penjelas dan bukti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Kohesi dan koherensi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Argumentasi akademik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Paragraf Akademik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Struktur Paragraf Akademik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Paragraf akademik membahas satu ide pokok yang dinyatakan melalui kalimat topik.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Kalimat penjelas mengembangkan ide pokok melalui alasan, contoh, data, definisi, atau perbandingan.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Paragraf yang baik tidak sekadar kumpulan kalimat, tetapi memiliki arah dan hubungan ide yang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Kalimat penutup dapat digunakan untuk menegaskan ide atau menghubungkan paragraf berikutnya.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Kohesi dan Koherensi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Kohesi dan Koherensi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Kohesi berkaitan dengan penanda hubungan antar kalimat seperti selain itu, namun, oleh karena itu, dan dengan demikian.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Koherensi berkaitan dengan kelogisan alur ide dari awal sampai akhir paragraf.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Paragraf bisa kohesif secara bahasa tetapi tidak koheren jika idenya melompat-lompat.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Penulis perlu mengatur urutan ide: umum ke khusus, sebab-akibat, masalah-solusi, atau kronologis.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Argumentasi Akademik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Argumentasi Akademik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Argumentasi akademik memuat klaim, alasan, bukti, dan penjelasan hubungan antara bukti dan klaim.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Klaim tanpa bukti menjadi opini lemah, sedangkan data tanpa penjelasan tidak otomatis menjadi argumen kuat.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Dalam laporan project, argumen dapat didukung screenshot, hasil uji coba, kuesioner, atau observasi penggunaan.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Paragraf argumentatif harus objektif dan menghindari generalisasi berlebihan.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paragraf laporan membahas WordPress, lalu tiba-tiba membahas GitHub, lalu presensi, tanpa hubungan yang jelas. Pembaca sulit menangkap fokus paragraf.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masalah koherensi pada paragraf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mengatur ulang ide agar lebih runtut?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Kalimat transisi apa yang dapat digunakan?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Tentukan ide pokok untuk paragraf tentang manfaat LMS.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Susun 5 kalimat penjelas berbasis alasan dan contoh.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Tambahkan penanda kohesi yang tepat.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Tukar paragraf dengan teman untuk diuji fokusnya.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fungsi kalimat topik dalam paragraf akademik?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Bedakan kohesi dan koherensi dengan contoh.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Mengapa data perlu dijelaskan dalam argumen?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Susun kalimat transisi dari pembahasan teknologi ke fitur LMS.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Identifikasi masalah paragraf yang memiliki lebih dari satu ide pokok.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Tulis 3 paragraf akademik tentang project LMS: latar belakang masalah, solusi yang dikembangkan, dan manfaat. Setiap paragraf wajib memiliki klaim, alasan, dan contoh/bukti.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/mnt/data/PPT_LMS_Pink_Level_Dosen_Per_Pertemuan/03_Bahasa_Indonesia_Paragraf_Akademik_Koherensi_dan_Argumentasi.pptx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