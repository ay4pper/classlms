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PROFESI KEPENDIDIKAN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Tantangan Profesi Guru di Era Digital dan AI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Mempersiapkan guru yang adaptif, etis, dan literat teknologi.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tantangan guru pada era digital dan AI.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peluang teknologi untuk personalisasi, kolaborasi, dan asesmen.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Merumuskan strategi adaptasi guru secara etis dan realistis.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Literasi digital dan literasi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AI dalam pembelajaran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Kesenjangan akses dan etika teknologi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Pengembangan profesional berkelanjutan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Tantangan Era Digital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Tantangan Era Digital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Guru menghadapi perubahan cara belajar peserta didik: akses informasi cepat, perhatian terpecah, budaya visual, dan kebutuhan umpan balik segera.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Teknologi memberi peluang memperkaya pembelajaran, tetapi juga membawa risiko distraksi, plagiarisme, ketimpangan akses, dan rendahnya validasi sumber.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Guru perlu memilih teknologi berdasarkan tujuan pembelajaran, bukan sekadar mengikuti tren.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Kompetensi digital guru mencakup penggunaan alat, evaluasi konten, keamanan data, dan desain pembelajaran digital.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dalam Pendidikan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AI dalam Pendidikan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AI dapat membantu menyusun bahan ajar, membuat variasi soal, memberi umpan balik awal, dan mendukung belajar mandiri.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Namun AI juga dapat menghasilkan informasi keliru, bias, atau membuat siswa bergantung pada jawaban instan.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Guru perlu mengajarkan cara menggunakan AI secara transparan, kritis, dan etis: mengecek sumber, menyunting, serta menyatakan bantuan 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Tugas sebaiknya dirancang untuk menilai proses berpikir, analisis konteks, dan produk personal, bukan hanya jawaban umum.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 Adaptasi Guru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Strategi Adaptasi Guru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Adaptasi guru dimulai dari kebutuhan kelas: masalah apa yang ingin diselesaikan oleh teknologi?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Guru dapat mulai dari langkah kecil seperti presensi digital, kuis formatif, forum diskusi, atau repositori materi di LMS.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Pengembangan profesional dapat dilakukan melalui komunitas belajar guru, pelatihan, observasi sejawat, dan eksperimen kelas.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Keberhasilan teknologi harus diukur dari keterlibatan, pemahaman, efisiensi, dan keadilan akses peserta didik.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Mahasiswa mengumpulkan tugas esai yang sangat mirip dengan hasil AI. Guru bingung menentukan apakah tugas tersebut plagiarisme, sementara belum ada aturan penggunaan AI di kelas.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guru membedakan penggunaan AI yang etis dan tidak etis?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Kebijakan tugas seperti apa yang perlu dibuat?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tugas dapat didesain agar menilai proses berpikir mahasiswa?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draft aturan penggunaan AI untuk kelas.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Ubah satu tugas biasa menjadi tugas yang menuntut refleksi, bukti proses, dan konteks lokal.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indikator penilaian yang menghargai orisinalitas dan proses.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potensi ketimpangan akses teknologi.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literasi digital guru tidak cukup hanya bisa menggunakan aplikasi?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Analisis satu peluang dan satu risiko AI dalam pembelajaran.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tugas yang sulit diselesaikan hanya dengan menyalin jawaban AI.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guru menjaga keadilan bagi siswa dengan akses teknologi terbatas?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prinsip penggunaan AI di LMS kelasmu.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policy singkat “Penggunaan AI dalam Pembelajaran” untuk satu mata kuliah. Minimal memuat aturan yang diperbolehkan, yang dilarang, cara deklarasi penggunaan AI, dan contoh tugas yang etis.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/mnt/data/PPT_LMS_Pink_Level_Dosen_Per_Pertemuan/05_Profesi_Kependidikan_Tantangan_Profesi_Guru_di_Era_Digital_dan_AI.pptx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