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MEDIA DAN TEKNOLOGI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Prinsip Desain Instruksional dan User Experience Media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Menggabungkan pedagogi dan pengalaman pengguna dalam media pembelajaran.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prinsip desain instruksional dasar.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tampilan media berdasarkan UX dan beban kognitif.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Membuat rancangan media yang jelas, konsisten, dan mudah digunakan.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Tujuan pembelajaran dan alignment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Cognitive load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Prinsip visual dan 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Prototipe dan revisi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Instruksional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Desain Instruksional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Desain instruksional memastikan tujuan, materi, aktivitas, dan asesmen saling selaras.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Tujuan pembelajaran harus spesifik agar media tidak melebar dan aktivitas memiliki arah.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Media yang baik mendukung proses berpikir peserta didik dari pengenalan konsep sampai penerapan.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Alignment berarti setiap elemen pembelajaran memiliki hubungan langsung dengan capaian yang diharapkan.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Load dan Visual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Cognitive Load dan Visual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Cognitive load adalah beban mental yang digunakan peserta didik saat memproses informasi.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Tampilan yang terlalu penuh, warna tidak konsisten, animasi berlebihan, dan teks panjang dapat menambah beban kognitif.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Prinsip visual penting: kontras, hierarki, konsistensi, ruang kosong, keterbacaan, dan kedekatan elemen yang berhubungan.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Desain tidak hanya estetika, tetapi memandu perhatian dan pemahaman.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 Media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User Experience Media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UX dalam media pembelajaran berkaitan dengan kemudahan navigasi, kejelasan instruksi, kecepatan akses, dan kenyamanan pengguna.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Mahasiswa harus tahu apa yang harus dipelajari, apa yang dikerjakan, kapan dikumpulkan, dan bagaimana dinilai.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Prototipe media perlu diuji kepada pengguna untuk menemukan kebingungan sebelum digunakan luas.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Revisi media sebaiknya berdasarkan bukti seperti komentar pengguna, hasil kuis, dan observasi kesulitan.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Sebuah media pembelajaran memiliki warna mencolok, banyak animasi, menu tidak jelas, dan instruksi tugas tersembunyi di bagian bawah halaman.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Masalah UX apa yang terlihat?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beban kognitif memengaruhi pemahaman mahasiswa?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Revisi desain apa yang paling prioritas?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Evaluasi satu halaman LMS menggunakan kriteria UX sederhana.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Identifikasi 5 masalah desain dan dampaknya pada belajar.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Buat sketsa revisi halaman yang lebih jelas.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Tentukan cara menguji revisi pada pengguna.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Apa hubungan antara tujuan pembelajaran dan desain media?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ruang kosong penting dalam slide atau halaman LMS?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Berikan contoh desain yang menambah cognitive load.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Apa indikator media mudah digunakan oleh mahasiswa?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Bagaimana feedback pengguna membantu revisi media?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prototype satu halaman materi LMS. Sertakan tujuan, struktur konten, navigasi, instruksi, aktivitas, dan alasan desain berdasarkan prinsip UX.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/mnt/data/PPT_LMS_Pink_Level_Dosen_Per_Pertemuan/04_Media_dan_Teknologi_Pembelajaran_Prinsip_Desain_Instruksional_dan_User_Experience_Media.pptx</dc:title>
  <dc:subject>Materi LMS Level Mahasiswa</dc:subject>
  <dc:creator>LMS WordPress Project</dc:creator>
  <cp:lastModifiedBy>LMS WordPress Project</cp:lastModifiedBy>
  <cp:revision>1</cp:revision>
  <dcterms:created xsi:type="dcterms:W3CDTF">2026-06-15T16:45:28Z</dcterms:created>
  <dcterms:modified xsi:type="dcterms:W3CDTF">2026-06-15T16:45:28Z</dcterms:modified>
</cp:coreProperties>
</file>