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MEDIA DAN TEKNOLOGI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Klasifikasi Media dan Pemilihan Berdasarkan Kebutuhan Belajar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Menggunakan media secara tepat sesuai karakter materi dan peserta didik.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Mengklasifikasikan media visual, audio, audiovisual, interaktif, dan digital.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kecocokan media dengan jenis materi.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Membuat keputusan pemilihan media berbasis kebutuhan belajar.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Klasifikasi media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Karakteristik materi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Akses dan inklusivitas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Decision matrix pemilihan media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Klasifikasi Media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Klasifikasi Media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Media visual menyajikan informasi melalui gambar, grafik, diagram, slide, infografik, atau peta konsep.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Media audio membantu pembelajaran bahasa, narasi, refleksi, dan materi yang menekankan pendengaran.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Media audiovisual menggabungkan gambar dan suara, cocok untuk menjelaskan proses, demonstrasi, dan konteks nyata.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Media interaktif memungkinkan peserta didik merespons, memilih jalur, mendapatkan umpan balik, dan belajar aktif.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Kecocokan Media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Kecocokan Media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Materi faktual dapat dibantu dengan infografik, materi konseptual dengan peta konsep, materi prosedural dengan video demonstrasi, dan materi pemecahan masalah dengan simulasi.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Pemilihan media harus mempertimbangkan kemampuan perangkat, koneksi internet, durasi belajar, dan aksesibilitas.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Media yang berat secara teknis tidak selalu tepat jika sebagian mahasiswa memiliki perangkat terbatas.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Decision matrix membantu membandingkan beberapa alternatif media berdasarkan kriteria yang disepakati.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Inklusivitas dan Akses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Inklusivitas dan Akses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Media pembelajaran harus memperhatikan variasi kebutuhan peserta didik, termasuk keterbatasan akses, literasi digital, dan gaya belajar.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Video sebaiknya dilengkapi ringkasan atau transkrip, gambar diberi keterangan, dan instruksi dibuat jelas.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LMS memungkinkan kombinasi media: teks, video, kuis, forum, file, dan aktivitas.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Media yang inklusif meningkatkan peluang semua peserta didik mengikuti pembelajaran secara adil.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Sebuah kelas menggunakan video berdurasi 45 menit sebagai satu-satunya materi. Sebagian mahasiswa kesulitan karena kuota terbatas dan tidak ada ringkasan tertulis.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masalah akses dan desain media dalam kasus ini?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alternatif media dapat disusun agar lebih inklusif?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Kriteria apa yang perlu dimasukkan dalam decision matrix?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Buat decision matrix untuk memilih media pada satu materi.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Bandingkan minimal 3 alternatif media.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Tetapkan bobot kriteria: tujuan, akses, biaya, interaktivitas, dan evaluasi.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Ambil keputusan dan jelaskan alasannya.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Berikan contoh materi yang lebih cocok menggunakan simulasi daripada slide.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akses internet menjadi pertimbangan pedagogis?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Apa kelebihan media interaktif dibanding media pasif?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Bagaimana cara membuat video lebih inklusif?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Rancang kriteria pemilihan media untuk pembelajaran daring.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Susun decision matrix pemilihan media untuk satu topik perkuliahan. Minimal 3 media dibandingkan dengan 5 kriteria dan kesimpulan keputusan.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/mnt/data/PPT_LMS_Pink_Level_Dosen_Per_Pertemuan/02_Media_dan_Teknologi_Pembelajaran_Klasifikasi_Media_dan_Pemilihan_Berdasarkan_Kebutuhan_Belajar.pptx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