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KEWIRAUSAHAAN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Strategi Pemasaran Digital dan Pengukuran Kinerja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Membuat promosi yang terarah, terukur, dan sesuai perilaku pelanggan.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strategi pemasaran digital berbasis target pasar.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funnel pemasaran sederhana.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Menentukan indikator kinerja promosi digital.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Target pasar dan positioning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Marketing funnel: awareness sampai loyalty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Konten, channel, dan copywriting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Metrik pemasaran digital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Pasar dan Positioning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Target Pasar dan Positioning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Pemasaran efektif dimulai dari pemahaman target pasar: siapa pelanggan, kebutuhannya, kebiasaannya, kemampuan membayar, dan alasan memilih produk.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Positioning adalah cara usaha ingin dipersepsikan pelanggan, misalnya paling cepat, paling terjangkau, paling sehat, paling premium, atau paling personal.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Pesan promosi harus sesuai segmen; promosi untuk mahasiswa hemat berbeda dengan promosi untuk pelanggan premium.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Tanpa target yang jelas, promosi sering menjadi umum, boros, dan sulit diukur dampaknya.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Funnel dan Konten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Funnel dan Konten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Marketing funnel menggambarkan proses pelanggan dari mengetahui produk, tertarik, mempertimbangkan, membeli, hingga membeli ulang.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Konten awareness bertujuan menarik perhatian, konten consideration menjelaskan manfaat dan bukti, sedangkan konten conversion mendorong pembelian.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Copywriting yang baik menonjolkan masalah pelanggan, manfaat produk, bukti, ajakan bertindak, dan rasa percaya.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Channel digital seperti Instagram, TikTok, WhatsApp, marketplace, dan Google Maps perlu dipilih sesuai perilaku pelanggan.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Pengukuran Kinerja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Pengukuran Kinerja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Pemasaran digital harus diukur agar keputusan tidak hanya berdasarkan banyaknya like atau komentar.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Metrik dapat berupa reach, engagement rate, click-through rate, jumlah chat, conversion rate, repeat order, dan biaya per pelanggan.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Evaluasi promosi membandingkan tujuan, biaya, hasil, dan insight pelanggan.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Strategi perlu diuji melalui variasi konten, waktu posting, penawaran, visual, dan call to action.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usaha kue rajin mengunggah foto produk, tetapi penjualan tidak meningkat. Banyak orang memberi like, tetapi hanya sedikit yang bertanya harga atau melakukan order.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Metrik apa yang menunjukkan masalah promosi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konten dapat diarahkan dari awareness ke conversion?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eksperimen pemasaran yang dapat dilakukan?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Tentukan target pasar dan positioning usaha kelompok.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Buat 3 ide konten untuk tahap awareness, consideration, dan conversion.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Rancang caption promosi dengan call to action yang jelas.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Tentukan metrik untuk mengevaluasi hasil promosi.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jumlah like tidak selalu menunjukkan keberhasilan penjualan?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positioning untuk usaha jasa mahasiswa.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perbedaan konten awareness dan conversion?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Jelaskan hubungan target pasar dengan pemilihan channel promosi.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satu eksperimen A/B untuk menguji caption promosi.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rencana kampanye pemasaran digital 7 hari. Sertakan target pasar, positioning, kalender konten, caption, channel, anggaran, metrik keberhasilan, dan evaluasi yang akan dilakukan.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/mnt/data/PPT_LMS_Pink_Level_Dosen_Per_Pertemuan/05_Kewirausahaan_Strategi_Pemasaran_Digital_dan_Pengukuran_Kinerja.pptx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