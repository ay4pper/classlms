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914400"/>
            <a:ext cx="7132320" cy="4754880"/>
          </a:xfrm>
          <a:prstGeom prst="roundRect">
            <a:avLst>
              <a:gd name="adj" fmla="val 346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2A0BE">
                <a:alpha val="7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5840" y="12344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KEWIRAUSAHAAN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05840" y="1755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1367"/>
                </a:solidFill>
              </a:rPr>
              <a:t>Pertemuan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2240280"/>
            <a:ext cx="63093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3172B"/>
                </a:solidFill>
              </a:rPr>
              <a:t>Validasi Ide dan Analisis Peluang Usaha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24128" y="3977640"/>
            <a:ext cx="6035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465C"/>
                </a:solidFill>
              </a:rPr>
              <a:t>Mengubah ide menjadi peluang yang tervalidasi oleh kebutuhan pelanggan.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4892040"/>
            <a:ext cx="6126480" cy="320040"/>
          </a:xfrm>
          <a:prstGeom prst="rect">
            <a:avLst/>
          </a:prstGeom>
          <a:solidFill>
            <a:srgbClr val="E843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Materi · Quiz HOTS · Penugasan · Presensi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Capaian Pembelajaran &amp; Peta Bahasan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Capaian Pembelajaran &amp; Peta Bahasan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936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Capaian pembelajaran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Menggunakan teknik observasi dan wawancara pelanggan.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Menganalisis peluang usaha menggunakan pendekatan pasar dan pesaing.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Menyusun problem-solution fit berdasarkan data awal.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2940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Peta bahasan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Observasi masalah dan customer interview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Market size sederhana dan pesaing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Problem-solution fit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Validasi ide berbasis bukti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Dari Ide ke Peluang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Dari Ide ke Peluang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Ide usaha adalah gagasan awal, sedangkan peluang usaha adalah ide yang memiliki pelanggan potensial, masalah nyata, solusi layak, dan kemungkinan menghasilkan nilai ekonomi.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Validasi membantu membedakan keinginan pembuat usaha dengan kebutuhan pelanggan sebenarnya.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Peluang yang baik biasanya memiliki masalah yang sering terjadi, cukup menyakitkan, belum terlayani optimal, dan pelanggan bersedia membayar atau menggunakan solusi.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Analisis peluang perlu mempertimbangkan pelanggan, pesaing, tren, sumber daya, biaya, dan kemampuan tim.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Discovery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Customer Discovery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Customer discovery dilakukan melalui observasi, wawancara, survei, dan pengujian prototipe untuk memahami perilaku pelanggan.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Pertanyaan wawancara sebaiknya menggali pengalaman nyata, bukan hanya pendapat umum seperti “apakah kamu suka produk ini?”.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Contoh pertanyaan baik: kapan terakhir mengalami masalah ini, apa yang dilakukan untuk mengatasinya, berapa biaya/waktu yang keluar, apa yang membuat solusi sekarang kurang nyaman?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Data validasi perlu diringkas menjadi pola, bukan hanya mengutip satu responden yang mendukung ide kita.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Analisis Pesaing dan Peluang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Analisis Pesaing dan Peluang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Pesaing tidak selalu usaha yang sama; bisa berupa solusi alternatif yang saat ini dipakai pelanggan.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Analisis pesaing mencakup harga, kualitas, akses, pengalaman layanan, kecepatan, dan kelemahan yang dapat diperbaiki.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Peluang dapat diukur secara sederhana melalui jumlah calon pelanggan, frekuensi kebutuhan, daya beli, dan kemampuan usaha memenuhi permintaan.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Setelah validasi, tim dapat memutuskan lanjut, revisi, atau pivot ke segmen dan solusi yang lebih tepat.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 Kasus &amp; Diskusi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Studi Kasus untuk Diskusi Kelas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10972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37360"/>
            <a:ext cx="10287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Mahasiswa ingin membuat jasa print tugas 24 jam. Mereka menemukan banyak jasa print, tetapi beberapa mahasiswa sering kesulitan mencetak saat malam sebelum deadline.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Pertanyaan diskusi: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4206240"/>
            <a:ext cx="100584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Apakah ide ini memiliki peluang? Data apa yang perlu dikumpulkan?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Siapa pesaing langsung dan solusi alternatifnya?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Value proposition apa yang paling kuat untuk segmen tersebut?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Praktik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Aktivitas Praktik Terarah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078992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1. Buat daftar 10 pertanyaan wawancara pelanggan untuk ide usaha.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2. Lakukan simulasi customer interview berpasangan.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3. Susun temuan menjadi 3 insight utama.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4. Tentukan keputusan: lanjut, revisi, atau pivot.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5806440"/>
            <a:ext cx="10561320" cy="0"/>
          </a:xfrm>
          <a:prstGeom prst="line">
            <a:avLst/>
          </a:prstGeom>
          <a:noFill/>
          <a:ln w="17780">
            <a:solidFill>
              <a:srgbClr val="E84393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43600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367"/>
                </a:solidFill>
              </a:rPr>
              <a:t>Output aktivitas: catatan analisis singkat / draft solusi / kode / rancangan sesuai topik.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/ Latihan HOTS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Quiz / Latihan HOTS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417320"/>
            <a:ext cx="1074420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1. Apa perbedaan ide menarik dan peluang usaha yang layak?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2. Mengapa pertanyaan wawancara tidak boleh terlalu mengarahkan responden?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3. Berikan contoh pesaing tidak langsung untuk usaha makanan sehat.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4. Bagaimana frekuensi masalah memengaruhi potensi pasar?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5. Buat kriteria keputusan untuk menyatakan ide layak diuji lanjut.</a:t>
            </a:r>
            <a:endParaRPr lang="en-US" sz="1340" dirty="0"/>
          </a:p>
        </p:txBody>
      </p:sp>
      <p:sp>
        <p:nvSpPr>
          <p:cNvPr id="8" name="Text 5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Penugasan &amp; Presensi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Penugasan Terstruktur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6537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691640"/>
            <a:ext cx="59436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172B"/>
                </a:solidFill>
              </a:rPr>
              <a:t>Lakukan minimal 5 wawancara calon pelanggan. Buat laporan validasi berisi profil responden, masalah utama, solusi saat ini, temuan pola, kesimpulan peluang, dan rekomendasi perbaikan ide.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452360" y="1371600"/>
            <a:ext cx="4069080" cy="4343400"/>
          </a:xfrm>
          <a:prstGeom prst="roundRect">
            <a:avLst/>
          </a:prstGeom>
          <a:solidFill>
            <a:srgbClr val="FFF8FB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Rubrik ringkas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0" y="2148840"/>
            <a:ext cx="34747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konsep: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Kedalaman analisis: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Orisinalitas solusi: 20%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Kerapian format: 10%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waktu: 10%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0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4393"/>
                </a:solidFill>
              </a:rPr>
              <a:t>Presensi LMS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72400" y="4480560"/>
            <a:ext cx="3474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465C"/>
                </a:solidFill>
              </a:rPr>
              <a:t>Isi nama, NIM, kelas, mata kuliah, pertemuan, dan centang pernyataan: “Saya telah mempelajari materi serta mengerjakan latihan.”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Pendidikan Komputer FKIP ULM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/mnt/data/PPT_LMS_Pink_Level_Dosen_Per_Pertemuan/03_Kewirausahaan_Validasi_Ide_dan_Analisis_Peluang_Usaha.pptx</dc:title>
  <dc:subject>Materi LMS Level Mahasiswa</dc:subject>
  <dc:creator>LMS WordPress Project</dc:creator>
  <cp:lastModifiedBy>LMS WordPress Project</cp:lastModifiedBy>
  <cp:revision>1</cp:revision>
  <dcterms:created xsi:type="dcterms:W3CDTF">2026-06-15T16:45:27Z</dcterms:created>
  <dcterms:modified xsi:type="dcterms:W3CDTF">2026-06-15T16:45:27Z</dcterms:modified>
</cp:coreProperties>
</file>