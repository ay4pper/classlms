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MEDIA DAN TEKNOLOGI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Landasan Media Pembelajaran dan Teori Komunikasi Instruksional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Memilih media berdasarkan cara pesan belajar diproses oleh peserta didik.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fungsi media dalam komunikasi pembelajaran.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hubungan pesan, media, penerima, dan umpan balik.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Menentukan media sesuai tujuan instruksional.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Media sebagai saluran pesan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Teori komunikasi instruksional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Fungsi media dalam belajar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Kriteria pemilihan media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sebagai Saluran Pesan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Media sebagai Saluran Pesan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Media pembelajaran adalah perantara pesan yang membantu peserta didik memahami konsep, prosedur, sikap, atau keterampilan.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Media tidak berdiri sendiri; efektivitasnya bergantung pada tujuan pembelajaran, karakteristik peserta didik, strategi pembelajaran, dan asesmen.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Pesan belajar yang abstrak sering membutuhkan visualisasi, simulasi, atau contoh konkret agar lebih mudah diproses.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Media yang tidak sesuai dapat menambah beban kognitif dan membuat pembelajaran kurang efektif.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Komunikasi Instruksional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Komunikasi Instruksional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Pembelajaran melibatkan pengirim pesan, pesan, media, penerima, konteks, gangguan, dan umpan balik.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Gangguan dapat berupa bahasa yang sulit, desain visual buruk, koneksi internet, atau instruksi tugas yang tidak jelas.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Umpan balik memungkinkan guru mengetahui apakah pesan dipahami sesuai tujuan.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Dalam LMS, komunikasi instruksional perlu dirancang melalui materi, forum, kuis, instruksi, dan feedback.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Kriteria Pemilihan Media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Kriteria Pemilihan Media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Media dipilih berdasarkan tujuan, materi, karakter peserta didik, akses, biaya, waktu, dan kemampuan guru.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Media visual cocok untuk struktur dan hubungan, video cocok untuk proses, simulasi cocok untuk eksperimen, dan LMS cocok untuk pengelolaan belajar.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Prinsip utamanya: media harus membantu tujuan, bukan hanya mempercantik tampilan.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Evaluasi media perlu melihat keterbacaan, relevansi, interaktivitas, dan dampaknya pada pemahaman.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Dosen menggunakan slide penuh teks untuk menjelaskan proses jaringan komputer. Mahasiswa kesulitan memahami alur karena tidak ada visualisasi hubungan antar perangkat.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Masalah komunikasi instruksional apa yang terjadi?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Media apa yang lebih sesuai untuk materi proses jaringan?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umpan balik dapat digunakan untuk memperbaiki media?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Analisis satu materi sulit dan tentukan media yang sesuai.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Identifikasi kemungkinan gangguan komunikasi dalam penyampaian materi.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Rancang satu aktivitas LMS untuk memastikan mahasiswa memahami pesan.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Diskusikan indikator keberhasilan media.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media pembelajaran tidak boleh dipilih hanya karena tampilannya menarik?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Jelaskan hubungan tujuan pembelajaran dan pemilihan media.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Berikan contoh gangguan komunikasi dalam LMS.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Kapan video lebih tepat daripada teks?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Buat kriteria pemilihan media untuk materi prosedural.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Pilih satu materi kuliah dan buat analisis kebutuhan media. Sertakan tujuan, karakter mahasiswa, masalah materi, media yang dipilih, alasan pedagogis, dan cara evaluasinya.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/mnt/data/PPT_LMS_Pink_Level_Dosen_Per_Pertemuan/01_Media_dan_Teknologi_Pembelajaran_Landasan_Media_Pembelajaran_dan_Teori_Komunikasi_Instruksional.pptx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