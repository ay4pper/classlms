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BAHASA INDONESIA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Kalimat Efektif dalam Penulisan Akademik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Menyampaikan ide secara jelas, hemat, logis, dan tidak ambigu.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Mengidentifikasi ciri kalimat efektif.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Memperbaiki kalimat tidak efektif dalam teks akademik.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Menyusun paragraf dengan kalimat yang kohesif dan logis.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Kesepadanan struktur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Kehematan dan kecermatan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Kelugasan dan logika kalimat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Revisi kalimat akademik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Ciri Kalimat Efektif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Ciri Kalimat Efektif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Kalimat efektif menyampaikan gagasan secara tepat, jelas, hemat, dan sesuai kaidah bahasa.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Struktur kalimat harus memiliki hubungan subjek, predikat, objek, dan keterangan yang jelas.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Kalimat efektif menghindari pemborosan kata, pengulangan tidak perlu, dan makna ganda.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Dalam tulisan akademik, kalimat efektif membantu pembaca memahami argumen tanpa menebak maksud penulis.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Kehematan dan Kelogisan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Kehematan dan Kelogisan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Kehematan berarti menggunakan kata seperlunya tanpa mengurangi makna.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Contoh tidak efektif: “Demi untuk mencapai tujuan”. Kata demi dan untuk memiliki fungsi mirip, sehingga cukup salah satu.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Kelogisan berarti hubungan antar unsur masuk akal, misalnya subjek manusia tidak boleh dipasangkan dengan predikat yang tidak sesuai.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Kalimat panjang boleh digunakan jika strukturnya terkendali dan hubungan idenya jelas.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 Kalimat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Revisi Kalimat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Revisi kalimat dilakukan dengan membaca ulang subjek-predikat, menghapus kata mubazir, memperjelas rujukan, dan memecah kalimat yang terlalu panjang.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Kalimat akademik sebaiknya menyatakan pelaku, tindakan, objek, dan bukti dengan jelas.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Penggunaan tanda baca juga memengaruhi efektivitas kalimat.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Kalimat efektif mendukung koherensi paragraf karena setiap kalimat menyumbang ide yang terarah.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Dalam laporan tertulis: “Berdasarkan dari hasil yang telah dilakukan menunjukkan bahwa LMS ini dapat membantu.” Kalimat ini tidak efektif dan struktur subjeknya tidak jelas.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kesalahan struktur pada kalimat tersebut?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versi kalimat yang lebih efektif?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Mengapa kesalahan seperti ini sering terjadi dalam laporan mahasiswa?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Perbaiki 10 kalimat tidak efektif dari contoh laporan.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Kelompokkan kesalahan menjadi mubazir, ambigu, tidak logis, dan struktur tidak jelas.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Bandingkan hasil revisi dengan teman.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Susun pedoman singkat menulis kalimat efektif.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Perbaiki kalimat: “Para mahasiswa-mahasiswa sedang melakukan diskusi.”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Jelaskan mengapa kalimat ambigu berbahaya dalam laporan penelitian.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Apa perbedaan kalimat panjang dan kalimat bertele-tele?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Buat contoh kalimat efektif yang memuat data hasil pengujian.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Identifikasi kesalahan: “Dengan adanya LMS membuat pembelajaran menjadi mudah.”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Ambil 15 kalimat dari laporan atau tugasmu. Revisi menjadi kalimat efektif dan buat tabel berisi kalimat awal, jenis kesalahan, revisi, dan alasan.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/mnt/data/PPT_LMS_Pink_Level_Dosen_Per_Pertemuan/02_Bahasa_Indonesia_Kalimat_Efektif_dalam_Penulisan_Akademik.pptx</dc:title>
  <dc:subject>Materi LMS Level Mahasiswa</dc:subject>
  <dc:creator>LMS WordPress Project</dc:creator>
  <cp:lastModifiedBy>LMS WordPress Project</cp:lastModifiedBy>
  <cp:revision>1</cp:revision>
  <dcterms:created xsi:type="dcterms:W3CDTF">2026-06-15T16:45:28Z</dcterms:created>
  <dcterms:modified xsi:type="dcterms:W3CDTF">2026-06-15T16:45:28Z</dcterms:modified>
</cp:coreProperties>
</file>