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PROFESI KEPENDIDIKAN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Kompetensi Guru dan Implikasinya dalam Pembelajaran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Membaca kompetensi guru sebagai dasar desain pembelajaran yang bermutu.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empat kompetensi guru dan keterkaitannya.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dampak kompetensi guru terhadap pengalaman belajar mahasiswa/siswa.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Merancang indikator sederhana untuk mengevaluasi kompetensi guru dalam praktik kelas.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Kompetensi pedagogik, profesional, sosial, kepribadian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Implikasi kompetensi terhadap desain pembelajaran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Kompetensi guru dan asesmen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Refleksi profesional guru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Kompetensi Guru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Empat Kompetensi Guru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Kompetensi pedagogik mencakup pemahaman peserta didik, perencanaan pembelajaran, pelaksanaan, evaluasi, dan tindak lanjut.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Kompetensi profesional berkaitan dengan penguasaan materi, struktur keilmuan, keterbaruan informasi, dan kemampuan mengaitkan materi dengan konteks.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Kompetensi sosial menunjukkan kemampuan berkomunikasi, berkolaborasi, dan membangun hubungan yang sehat dengan siswa, orang tua, serta masyarakat.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Kompetensi kepribadian meliputi keteladanan, stabilitas emosi, integritas, kedewasaan, dan tanggung jawab moral.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Implikasi dalam Pembelajaran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Implikasi dalam Pembelajaran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Kompetensi pedagogik menentukan apakah tujuan, metode, media, dan evaluasi selaras dengan kebutuhan belajar.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Guru yang menguasai materi mampu memberi contoh kontekstual, menjawab pertanyaan kritis, dan menghindari miskonsepsi.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Kompetensi sosial membantu guru menciptakan iklim kelas yang aman, terbuka, dan mendorong partisipasi.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Kompetensi kepribadian berpengaruh pada budaya kelas: disiplin, keadilan, empati, dan konsistensi sikap.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Evaluasi Kompetensi Guru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Evaluasi Kompetensi Guru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Kompetensi guru dapat diamati melalui RPP/modul ajar, proses interaksi kelas, instrumen asesmen, umpan balik, dan refleksi pembelajaran.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Penilaian kompetensi tidak boleh hanya berdasarkan popularitas guru, tetapi bukti kinerja dan dampaknya pada perkembangan belajar.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Refleksi guru dapat dilakukan melalui jurnal mengajar, observasi sejawat, analisis hasil belajar, dan umpan balik peserta didik.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Peningkatan kompetensi memerlukan siklus: diagnosis kebutuhan, pelatihan, implementasi, evaluasi, dan perbaikan.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Seorang guru sangat menguasai materi, tetapi sering menggunakan bahasa yang sulit dipahami dan kurang memberi ruang bertanya. Siswa merasa takut salah, sehingga kelas menjadi pasif.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Kompetensi apa yang kuat dan kompetensi apa yang perlu diperbaiki?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Strategi pembelajaran apa yang dapat membuat kelas lebih aman untuk bertanya?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mengevaluasi keberhasilan perbaikan tersebut?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tabel empat kompetensi guru dan indikator observasinya.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Pilih satu indikator dan buat contoh bukti nyata di kelas.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Analisis satu pengalaman belajar yang pernah kamu alami menggunakan kerangka kompetensi guru.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Presentasikan rekomendasi perbaikan dalam kelompok kecil.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kompetensi profesional tanpa kompetensi sosial dapat membuat pembelajaran kurang efektif?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indikator kompetensi pedagogik yang dapat diamati saat guru memberikan tugas.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Analisis dampak kompetensi kepribadian terhadap kedisiplinan kelas.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Apa hubungan antara kompetensi guru dan asesmen yang adil?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satu pertanyaan refleksi untuk guru setelah mengajar.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instrumen observasi sederhana untuk menilai kompetensi guru dalam satu pertemuan pembelajaran. Minimal 12 indikator, menggunakan skala 1–4, dilengkapi petunjuk penggunaan dan alasan pemilihan indikator.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/mnt/data/PPT_LMS_Pink_Level_Dosen_Per_Pertemuan/02_Profesi_Kependidikan_Kompetensi_Guru_dan_Implikasinya_dalam_Pembelajaran.pptx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