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PROFESI KEPENDIDIKAN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Peran Guru sebagai Fasilitator, Evaluator, dan Agen Perubahan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Melihat guru sebagai perancang pengalaman belajar dan penggerak perubahan sekolah.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Membedakan peran guru sebagai fasilitator, evaluator, motivator, dan agen perubahan.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Merancang aktivitas pembelajaran yang mendorong keterlibatan mahasiswa/siswa.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peran evaluasi sebagai dasar perbaikan pembelajaran.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Guru sebagai fasilitator belajar aktif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Guru sebagai evaluator formatif dan sumatif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Guru sebagai motivator dan pembimbing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Guru sebagai agen perubahan di era digital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Guru sebagai Fasilitator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Guru sebagai Fasilitator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Sebagai fasilitator, guru tidak hanya menjelaskan materi, tetapi merancang pengalaman belajar yang membuat peserta didik berpikir, berdiskusi, memecahkan masalah, dan merefleksikan hasil.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Fasilitasi mencakup pemilihan sumber belajar, pengaturan aktivitas, pemberian pertanyaan pemantik, dan pengelolaan dinamika kelas.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Kelas yang difasilitasi dengan baik memberi ruang pada siswa untuk aktif tanpa kehilangan arah dan standar akademik.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Peran fasilitator tidak berarti guru pasif; guru tetap memandu, mengarahkan, memberi umpan balik, dan memastikan tujuan tercapai.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Guru sebagai Evaluator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Guru sebagai Evaluator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Evaluasi pembelajaran bertujuan mengetahui ketercapaian tujuan, menemukan kesulitan belajar, dan menentukan tindak lanjut.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Asesmen formatif digunakan selama proses belajar untuk memperbaiki pemahaman, sedangkan asesmen sumatif digunakan untuk menilai capaian akhir.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Guru evaluator perlu membuat instrumen yang valid, reliabel, adil, dan sesuai dengan kompetensi yang diukur.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Umpan balik yang baik bersifat spesifik, berorientasi perbaikan, dan membantu siswa memahami langkah berikutnya.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Guru sebagai Agen Perubahan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Guru sebagai Agen Perubahan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Guru menjadi agen perubahan ketika mampu mengidentifikasi masalah pembelajaran dan menginisiasi solusi di kelas maupun sekolah.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Perubahan dapat berupa penggunaan LMS, pembelajaran berbasis proyek, asesmen autentik, atau budaya refleksi.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Agen perubahan tidak hanya membawa inovasi, tetapi juga membangun penerimaan, memberi contoh, dan mengevaluasi dampaknya.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Perubahan kecil yang konsisten dapat membentuk budaya belajar yang lebih baik.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Sekolah menerapkan LMS, tetapi sebagian guru hanya mengunggah file PDF tanpa aktivitas belajar. Siswa menganggap LMS hanya tempat mengumpulkan tugas.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Peran guru apa yang belum berjalan optimal?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LMS dapat diubah menjadi ruang belajar aktif?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Indikator apa yang menunjukkan guru berhasil menjadi agen perubahan?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Rancang satu aktivitas LMS yang melibatkan diskusi, latihan, dan umpan balik.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Buat contoh pertanyaan pemantik untuk mendorong berpikir kritis.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Tentukan bentuk asesmen formatif yang cocok untuk aktivitas tersebut.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Diskusikan hambatan implementasi dan strategi mengatasinya.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Jelaskan perbedaan guru sebagai fasilitator dan guru sebagai sumber informasi utama.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asesmen formatif penting dalam pembelajaran berbasis LMS?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Buat contoh umpan balik yang lebih baik daripada “jawaban kurang tepat”.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Analisis risiko jika inovasi pembelajaran diterapkan tanpa evaluasi.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Rancang satu indikator guru sebagai agen perubahan di sekolah.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rancangan pembelajaran 1 pertemuan berbasis LMS dengan komponen tujuan, aktivitas belajar, media, asesmen formatif, umpan balik, dan strategi refleksi.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/mnt/data/PPT_LMS_Pink_Level_Dosen_Per_Pertemuan/04_Profesi_Kependidikan_Peran_Guru_sebagai_Fasilitator_Evaluator_dan_Agen_Perubahan.pptx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