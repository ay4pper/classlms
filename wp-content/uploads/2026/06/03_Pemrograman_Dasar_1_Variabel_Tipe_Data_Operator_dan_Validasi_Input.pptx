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PEMROGRAMAN DASAR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Variabel, Tipe Data, Operator, dan Validasi Input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Mengelola data program secara tepat dan aman.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Memilih tipe data sesuai kebutuhan program.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Menggunakan operator aritmatika, logika, dan perbandingan secara tepat.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Menerapkan validasi input untuk mencegah kesalahan program.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Variabel dan naming convention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Tipe data dan konversi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Operator dan ekspresi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Validasi input dan error handling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Variabel dan Tipe Data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Variabel dan Tipe Data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Variabel adalah ruang penyimpanan bernama yang menyimpan nilai selama program berjalan.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Nama variabel harus deskriptif agar kode mudah dipahami, misalnya totalHarga lebih baik daripada x.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Tipe data menentukan jenis operasi yang dapat dilakukan terhadap nilai.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Pemilihan tipe data yang salah dapat menyebabkan error, hasil tidak akurat, atau pemborosan memori.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dan Ekspresi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Operator dan Ekspresi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Operator aritmatika digunakan untuk perhitungan, operator perbandingan untuk membandingkan nilai, dan operator logika untuk menggabungkan kondisi.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Ekspresi harus memperhatikan prioritas operasi agar hasil sesuai maksud.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Konversi tipe data diperlukan ketika input berupa teks harus diproses sebagai angka.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Kesalahan umum pemula adalah membandingkan string dan angka tanpa konversi yang benar.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Input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Validasi Input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Validasi input memastikan data yang masuk sesuai format, rentang, dan aturan program.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Contoh validasi: nilai tidak boleh negatif, umur harus angka, email harus memiliki format valid, dan pilihan menu harus tersedia.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Program yang baik tidak hanya menerima input benar, tetapi juga memberi pesan kesalahan saat input tidak valid.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Validasi meningkatkan keandalan, keamanan, dan pengalaman pengguna.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Program kasir menerima jumlah barang dan harga. Ketika pengguna memasukkan huruf atau angka negatif, program tetap memproses dan menghasilkan total tidak masuk akal.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Validasi apa yang harus diterapkan?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Tipe data apa yang cocok untuk jumlah, harga, dan total?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pesan error yang membantu pengguna?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Tentukan variabel untuk program kasir sederhana.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Buat daftar validasi input minimal 5 aturan.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Susun pseudocode penghitungan total dengan validasi.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Uji dengan input valid dan tidak valid.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input dari pengguna sering perlu dikonversi tipe data?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Buat contoh operator logika untuk syarat kelulusan.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Apa risiko menggunakan nama variabel yang tidak deskriptif?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Jelaskan perbedaan kesalahan sintaks dan kesalahan logika.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Buat aturan validasi untuk form pendaftaran mahasiswa.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Rancang program kasir sederhana dengan variabel, tipe data, operator, dan validasi input. Sertakan pseudocode, daftar validasi, dan tabel data uji.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/mnt/data/PPT_LMS_Pink_Level_Dosen_Per_Pertemuan/03_Pemrograman_Dasar_1_Variabel_Tipe_Data_Operator_dan_Validasi_Input.pptx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