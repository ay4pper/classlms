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pastel_pink_business_education_themed_present_batch_2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914400"/>
            <a:ext cx="7132320" cy="4754880"/>
          </a:xfrm>
          <a:prstGeom prst="roundRect">
            <a:avLst>
              <a:gd name="adj" fmla="val 3462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F2A0BE">
                <a:alpha val="7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05840" y="12344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KEWIRAUSAHAAN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005840" y="1755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1367"/>
                </a:solidFill>
              </a:rPr>
              <a:t>Pertemuan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05840" y="2240280"/>
            <a:ext cx="630936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3172B"/>
                </a:solidFill>
              </a:rPr>
              <a:t>Karakter Wirausaha dan Entrepreneurial Mindset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024128" y="3977640"/>
            <a:ext cx="60350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5465C"/>
                </a:solidFill>
              </a:rPr>
              <a:t>Membangun pola pikir wirausaha yang resilien dan berbasis eksperimen.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5840" y="4892040"/>
            <a:ext cx="6126480" cy="320040"/>
          </a:xfrm>
          <a:prstGeom prst="rect">
            <a:avLst/>
          </a:prstGeom>
          <a:solidFill>
            <a:srgbClr val="E843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Materi · Quiz HOTS · Penugasan · Presensi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pastel_pink_business_education_themed_present_batch_2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Kewirausahaan · Pertemuan 2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Capaian Pembelajaran &amp; Peta Bahasan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822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Capaian Pembelajaran &amp; Peta Bahasan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BDD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309360" y="150876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BD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1783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Capaian pembelajaran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2240280"/>
            <a:ext cx="457200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Menjelaskan karakter wirausaha dalam konteks pengambilan keputusan.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Menganalisis pentingnya growth mindset dan resilience.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Membuat strategi menghadapi kegagalan usaha secara terukur.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629400" y="1783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Peta bahasan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29400" y="2240280"/>
            <a:ext cx="457200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Entrepreneurial mindset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Resilience, kreativitas, dan toleransi risiko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Eksperimen dan pembelajaran dari kegagalan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Etika dan tanggung jawab wirausaha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pastel_pink_business_education_themed_present_batch_2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Kewirausahaan · Pertemuan 2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Entrepreneurial Mindset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Entrepreneurial Mindset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Entrepreneurial mindset adalah cara berpikir yang melihat masalah sebagai peluang untuk menciptakan solusi bernilai.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Mindset ini ditandai dengan rasa ingin tahu, keberanian menguji asumsi, kemampuan melihat pola, dan kesiapan belajar dari kegagalan.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Wirausaha tidak menunggu semua kondisi sempurna, tetapi mengambil langkah kecil yang terukur untuk memperoleh bukti pasar.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Pola pikir ini penting bagi mahasiswa karena dunia kerja dan usaha menuntut kemampuan adaptasi, kolaborasi, serta pemecahan masalah.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pastel_pink_business_education_themed_present_batch_2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Kewirausahaan · Pertemuan 2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Karakter Kunci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Karakter Kunci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Kreativitas membantu wirausaha menghasilkan alternatif solusi, sedangkan disiplin membuat ide dapat diwujudkan menjadi proses operasional.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Toleransi risiko bukan berarti nekat, tetapi mampu menghitung kemungkinan kerugian dan menyiapkan mitigasi.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Resilience diperlukan karena usaha sering menghadapi penolakan pelanggan, kesalahan produk, keterbatasan modal, dan perubahan pasar.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Etika wirausaha menjaga kepercayaan: jujur pada kualitas produk, harga, promosi, dan tanggung jawab setelah transaksi.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pastel_pink_business_education_themed_present_batch_2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Kewirausahaan · Pertemuan 2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Belajar dari Eksperimen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Belajar dari Eksperimen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Wirausaha modern menggunakan eksperimen kecil untuk menguji asumsi, seperti wawancara pelanggan, pre-order, prototipe, atau uji promosi.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Kegagalan eksperimen bukan akhir, tetapi sumber data untuk memperbaiki produk, harga, segmen, atau strategi pemasaran.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Catatan eksperimen penting agar keputusan tidak hanya berdasarkan perasaan, tetapi bukti lapangan.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Pertanyaan kunci: apa asumsi kita, bagaimana mengujinya, data apa yang menunjukkan berhasil, dan apa tindakan berikutnya?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pastel_pink_business_education_themed_present_batch_2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Kewirausahaan · Pertemuan 2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Studi Kasus &amp; Diskusi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Studi Kasus untuk Diskusi Kelas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85800" y="1417320"/>
            <a:ext cx="109728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37360"/>
            <a:ext cx="1028700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Sebuah tim mahasiswa sudah membeli banyak bahan baku sebelum melakukan validasi. Setelah dijual, produk kurang diminati karena harga dianggap mahal dan rasa kurang berbeda dari pesaing.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Pertanyaan diskusi: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05840" y="4206240"/>
            <a:ext cx="1005840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Asumsi apa yang gagal diuji oleh tim tersebut?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Bagaimana mereka seharusnya melakukan eksperimen sebelum produksi besar?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Karakter wirausaha apa yang dibutuhkan untuk memperbaiki situasi?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pastel_pink_business_education_themed_present_batch_2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Kewirausahaan · Pertemuan 2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Aktivitas Praktik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Aktivitas Praktik Terarah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22960" y="1508760"/>
            <a:ext cx="10789920" cy="4160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1. Tuliskan 5 asumsi paling berisiko dari ide usaha yang dipilih.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2. Pilih 2 asumsi untuk diuji melalui wawancara atau survei mini.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3. Rancang eksperimen validasi sederhana dengan biaya rendah.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4. Tentukan indikator berhasil atau gagal dari eksperimen.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5806440"/>
            <a:ext cx="10561320" cy="0"/>
          </a:xfrm>
          <a:prstGeom prst="line">
            <a:avLst/>
          </a:prstGeom>
          <a:noFill/>
          <a:ln w="17780">
            <a:solidFill>
              <a:srgbClr val="E84393">
                <a:alpha val="7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943600"/>
            <a:ext cx="10607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1367"/>
                </a:solidFill>
              </a:rPr>
              <a:t>Output aktivitas: catatan analisis singkat / draft solusi / kode / rancangan sesuai topik.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pastel_pink_business_education_themed_present_batch_2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Kewirausahaan · Pertemuan 2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 / Latihan HOTS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Quiz / Latihan HOTS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22960" y="1417320"/>
            <a:ext cx="10744200" cy="4800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1. Mengapa berani mengambil risiko tidak sama dengan bertindak tanpa perhitungan?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2. Buat contoh eksperimen kecil untuk menguji minat pelanggan.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3. Analisis hubungan resilience dan kemampuan pivot dalam usaha.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4. Apa dampak promosi berlebihan yang tidak sesuai kualitas produk?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5. Jelaskan bagaimana data sederhana dapat membantu keputusan usaha.</a:t>
            </a:r>
            <a:endParaRPr lang="en-US" sz="1340" dirty="0"/>
          </a:p>
        </p:txBody>
      </p:sp>
      <p:sp>
        <p:nvSpPr>
          <p:cNvPr id="8" name="Text 5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pastel_pink_business_education_themed_present_batch_2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Kewirausahaan · Pertemuan 2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Penugasan &amp; Presensi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Penugasan Terstruktur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40080" y="1371600"/>
            <a:ext cx="65379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1691640"/>
            <a:ext cx="5943600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172B"/>
                </a:solidFill>
              </a:rPr>
              <a:t>Buat rencana eksperimen validasi ide usaha selama 7 hari. Sertakan asumsi, metode uji, target responden, indikator keberhasilan, biaya, dan keputusan lanjutan.</a:t>
            </a:r>
            <a:endParaRPr lang="en-US" sz="1320" dirty="0"/>
          </a:p>
        </p:txBody>
      </p:sp>
      <p:sp>
        <p:nvSpPr>
          <p:cNvPr id="9" name="Shape 6"/>
          <p:cNvSpPr/>
          <p:nvPr/>
        </p:nvSpPr>
        <p:spPr>
          <a:xfrm>
            <a:off x="7452360" y="1371600"/>
            <a:ext cx="4069080" cy="4343400"/>
          </a:xfrm>
          <a:prstGeom prst="roundRect">
            <a:avLst/>
          </a:prstGeom>
          <a:solidFill>
            <a:srgbClr val="FFF8FB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Rubrik ringkas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0" y="2148840"/>
            <a:ext cx="347472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Ketepatan konsep: 30%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Kedalaman analisis: 30%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Orisinalitas solusi: 20%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Kerapian format: 10%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Ketepatan waktu: 10%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772400" y="40690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4393"/>
                </a:solidFill>
              </a:rPr>
              <a:t>Presensi LMS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772400" y="4480560"/>
            <a:ext cx="34747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465C"/>
                </a:solidFill>
              </a:rPr>
              <a:t>Isi nama, NIM, kelas, mata kuliah, pertemuan, dan centang pernyataan: “Saya telah mempelajari materi serta mengerjakan latihan.”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Pendidikan Komputer FKIP ULM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/mnt/data/PPT_LMS_Pink_Level_Dosen_Per_Pertemuan/02_Kewirausahaan_Karakter_Wirausaha_dan_Entrepreneurial_Mindset.pptx</dc:title>
  <dc:subject>Materi LMS Level Mahasiswa</dc:subject>
  <dc:creator>LMS WordPress Project</dc:creator>
  <cp:lastModifiedBy>LMS WordPress Project</cp:lastModifiedBy>
  <cp:revision>1</cp:revision>
  <dcterms:created xsi:type="dcterms:W3CDTF">2026-06-15T16:45:27Z</dcterms:created>
  <dcterms:modified xsi:type="dcterms:W3CDTF">2026-06-15T16:45:27Z</dcterms:modified>
</cp:coreProperties>
</file>